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54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808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977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985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914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912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96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72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23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504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208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0969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986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1028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632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0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028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1176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nica-sabag/Projeto-Final-Artefatos" TargetMode="External"/><Relationship Id="rId2" Type="http://schemas.openxmlformats.org/officeDocument/2006/relationships/hyperlink" Target="https://drive.google.com/drive/folders/174QH2jpLJAlr74rkq54a48cMPLkN2C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237957"/>
            <a:ext cx="6593681" cy="2272006"/>
          </a:xfrm>
        </p:spPr>
        <p:txBody>
          <a:bodyPr>
            <a:normAutofit/>
          </a:bodyPr>
          <a:lstStyle/>
          <a:p>
            <a:pPr algn="ctr"/>
            <a:r>
              <a:rPr dirty="0"/>
              <a:t>AGENTE DE EXTRAÇÃO E ESTRUTURAÇÃO DE DADOS FISCAIS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7"/>
            <a:ext cx="6593681" cy="2133599"/>
          </a:xfrm>
        </p:spPr>
        <p:txBody>
          <a:bodyPr>
            <a:normAutofit fontScale="70000" lnSpcReduction="20000"/>
          </a:bodyPr>
          <a:lstStyle/>
          <a:p>
            <a:r>
              <a:rPr dirty="0" err="1"/>
              <a:t>Relatório</a:t>
            </a:r>
            <a:r>
              <a:rPr dirty="0"/>
              <a:t> Técnico da </a:t>
            </a:r>
            <a:r>
              <a:rPr dirty="0" err="1"/>
              <a:t>Prova</a:t>
            </a:r>
            <a:r>
              <a:rPr dirty="0"/>
              <a:t> de </a:t>
            </a:r>
            <a:r>
              <a:rPr dirty="0" err="1"/>
              <a:t>Conceito</a:t>
            </a:r>
            <a:r>
              <a:rPr dirty="0"/>
              <a:t> (</a:t>
            </a:r>
            <a:r>
              <a:rPr dirty="0" err="1"/>
              <a:t>PoC</a:t>
            </a:r>
            <a:r>
              <a:rPr dirty="0"/>
              <a:t>)</a:t>
            </a:r>
            <a:endParaRPr lang="pt-BR" dirty="0"/>
          </a:p>
          <a:p>
            <a:endParaRPr lang="pt-BR" dirty="0"/>
          </a:p>
          <a:p>
            <a:endParaRPr lang="pt-BR" b="1" dirty="0"/>
          </a:p>
          <a:p>
            <a:r>
              <a:rPr lang="pt-BR" b="1" cap="none" dirty="0"/>
              <a:t>Grupo</a:t>
            </a:r>
            <a:r>
              <a:rPr lang="pt-BR" b="1" dirty="0"/>
              <a:t>: MOORE-290</a:t>
            </a:r>
            <a:endParaRPr lang="pt-BR" dirty="0"/>
          </a:p>
          <a:p>
            <a:r>
              <a:rPr lang="pt-BR" b="1" cap="none" dirty="0"/>
              <a:t>Participante</a:t>
            </a:r>
            <a:r>
              <a:rPr lang="pt-BR" b="1" dirty="0"/>
              <a:t> : Mônica Dayse </a:t>
            </a:r>
            <a:r>
              <a:rPr lang="pt-BR" b="1" dirty="0" err="1"/>
              <a:t>elias</a:t>
            </a:r>
            <a:r>
              <a:rPr lang="pt-BR" b="1" dirty="0"/>
              <a:t> </a:t>
            </a:r>
            <a:r>
              <a:rPr lang="pt-BR" b="1" dirty="0" err="1"/>
              <a:t>Sabag</a:t>
            </a:r>
            <a:r>
              <a:rPr lang="pt-BR" b="1" dirty="0"/>
              <a:t> </a:t>
            </a:r>
            <a:endParaRPr lang="pt-BR" dirty="0"/>
          </a:p>
          <a:p>
            <a:r>
              <a:rPr lang="pt-BR" b="1" dirty="0"/>
              <a:t>E-</a:t>
            </a:r>
            <a:r>
              <a:rPr lang="pt-BR" b="1" cap="none" dirty="0"/>
              <a:t>mail</a:t>
            </a:r>
            <a:r>
              <a:rPr lang="pt-BR" b="1" dirty="0"/>
              <a:t> </a:t>
            </a:r>
            <a:r>
              <a:rPr lang="en-US" b="1" dirty="0"/>
              <a:t>: </a:t>
            </a:r>
            <a:r>
              <a:rPr lang="en-US" sz="1800" cap="none" dirty="0"/>
              <a:t>monica01.elias@gmail.com</a:t>
            </a:r>
            <a:endParaRPr lang="pt-BR" dirty="0"/>
          </a:p>
          <a:p>
            <a:endParaRPr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A3C0DFA-20C5-410A-969C-C2675B27BF4E}"/>
              </a:ext>
            </a:extLst>
          </p:cNvPr>
          <p:cNvSpPr txBox="1"/>
          <p:nvPr/>
        </p:nvSpPr>
        <p:spPr>
          <a:xfrm>
            <a:off x="2391508" y="462448"/>
            <a:ext cx="5697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/>
                </a:solidFill>
              </a:rPr>
              <a:t>I2A2_AGENTES_INTELIGENTES_PROJETO_FINAL</a:t>
            </a:r>
            <a:endParaRPr lang="pt-BR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 </a:t>
            </a:r>
            <a:r>
              <a:rPr dirty="0" err="1"/>
              <a:t>Introdução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</a:t>
            </a:r>
            <a:r>
              <a:rPr dirty="0" err="1"/>
              <a:t>gente</a:t>
            </a:r>
            <a:r>
              <a:rPr dirty="0"/>
              <a:t> de IA </a:t>
            </a:r>
            <a:r>
              <a:rPr dirty="0" err="1"/>
              <a:t>generativa</a:t>
            </a:r>
            <a:r>
              <a:rPr lang="pt-BR" dirty="0"/>
              <a:t>,</a:t>
            </a:r>
            <a:r>
              <a:rPr dirty="0"/>
              <a:t> </a:t>
            </a:r>
            <a:r>
              <a:rPr dirty="0" err="1"/>
              <a:t>focado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extração</a:t>
            </a:r>
            <a:r>
              <a:rPr dirty="0"/>
              <a:t> e </a:t>
            </a:r>
            <a:r>
              <a:rPr dirty="0" err="1"/>
              <a:t>estruturação</a:t>
            </a:r>
            <a:r>
              <a:rPr dirty="0"/>
              <a:t> de dados </a:t>
            </a:r>
            <a:r>
              <a:rPr dirty="0" err="1"/>
              <a:t>fiscais</a:t>
            </a:r>
            <a:r>
              <a:rPr dirty="0"/>
              <a:t> XML (</a:t>
            </a:r>
            <a:r>
              <a:rPr dirty="0" err="1"/>
              <a:t>NFe</a:t>
            </a:r>
            <a:r>
              <a:rPr dirty="0"/>
              <a:t>), </a:t>
            </a:r>
            <a:r>
              <a:rPr dirty="0" err="1"/>
              <a:t>eliminando</a:t>
            </a:r>
            <a:r>
              <a:rPr dirty="0"/>
              <a:t> input manual e </a:t>
            </a:r>
            <a:r>
              <a:rPr dirty="0" err="1"/>
              <a:t>aumentando</a:t>
            </a:r>
            <a:r>
              <a:rPr dirty="0"/>
              <a:t> </a:t>
            </a:r>
            <a:r>
              <a:rPr dirty="0" err="1"/>
              <a:t>eficiência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/>
              <a:t>Público-Alvo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Analistas</a:t>
            </a:r>
            <a:r>
              <a:rPr dirty="0"/>
              <a:t> </a:t>
            </a:r>
            <a:r>
              <a:rPr dirty="0" err="1"/>
              <a:t>Fiscais</a:t>
            </a:r>
            <a:r>
              <a:rPr dirty="0"/>
              <a:t> e </a:t>
            </a:r>
            <a:r>
              <a:rPr dirty="0" err="1"/>
              <a:t>Contadores</a:t>
            </a:r>
            <a:r>
              <a:rPr lang="pt-BR" dirty="0"/>
              <a:t>: Para conciliação fiscal e fechamento de balanços.</a:t>
            </a:r>
          </a:p>
          <a:p>
            <a:r>
              <a:rPr dirty="0" err="1"/>
              <a:t>Setor</a:t>
            </a:r>
            <a:r>
              <a:rPr dirty="0"/>
              <a:t> de </a:t>
            </a:r>
            <a:r>
              <a:rPr dirty="0" err="1"/>
              <a:t>Compras</a:t>
            </a:r>
            <a:r>
              <a:rPr dirty="0"/>
              <a:t> (Procurement)</a:t>
            </a:r>
            <a:r>
              <a:rPr lang="pt-BR" dirty="0"/>
              <a:t>: Para validação de faturas e agilidade no ciclo de pagamento.</a:t>
            </a:r>
          </a:p>
          <a:p>
            <a:r>
              <a:rPr dirty="0" err="1"/>
              <a:t>Equipes</a:t>
            </a:r>
            <a:r>
              <a:rPr dirty="0"/>
              <a:t> de </a:t>
            </a:r>
            <a:r>
              <a:rPr dirty="0" err="1"/>
              <a:t>Tecnologia</a:t>
            </a:r>
            <a:r>
              <a:rPr dirty="0"/>
              <a:t> (TI)</a:t>
            </a:r>
            <a:r>
              <a:rPr lang="pt-BR" dirty="0"/>
              <a:t>: Para integração dos dados estruturados diretamente em sistemas de ERP (Enterprise </a:t>
            </a:r>
            <a:r>
              <a:rPr lang="pt-BR" dirty="0" err="1"/>
              <a:t>Resource</a:t>
            </a:r>
            <a:r>
              <a:rPr lang="pt-BR" dirty="0"/>
              <a:t> Planning) ou bases de dados.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/>
              <a:t>Justificativa</a:t>
            </a:r>
            <a:r>
              <a:rPr dirty="0"/>
              <a:t> e Valor </a:t>
            </a:r>
            <a:r>
              <a:rPr dirty="0" err="1"/>
              <a:t>Agregado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Erros de Digitação → Acurácia de 100% via Pydantic</a:t>
            </a:r>
          </a:p>
          <a:p>
            <a:r>
              <a:t>Lentidão Operacional → Processamento em segundos</a:t>
            </a:r>
          </a:p>
          <a:p>
            <a:r>
              <a:t>XML Não Estruturado → Saída JSON pronta para integração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80CF2-105D-477A-A1F0-95B1E9446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ARQUITETURA DA SOLUÇÃO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AE40C3-ABF1-49A5-962A-6BE9F5B64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O agente foi construído com uma arquitetura de Chain (Cadeia) utilizando a biblioteca </a:t>
            </a:r>
            <a:r>
              <a:rPr lang="pt-BR" dirty="0" err="1"/>
              <a:t>LangChain</a:t>
            </a:r>
            <a:r>
              <a:rPr lang="pt-BR" dirty="0"/>
              <a:t> para orquestrar o fluxo de trabalho entre o pré-processamento, o </a:t>
            </a:r>
            <a:r>
              <a:rPr lang="pt-BR" dirty="0" err="1"/>
              <a:t>Large</a:t>
            </a:r>
            <a:r>
              <a:rPr lang="pt-BR" dirty="0"/>
              <a:t> </a:t>
            </a:r>
            <a:r>
              <a:rPr lang="pt-BR" dirty="0" err="1"/>
              <a:t>Language</a:t>
            </a:r>
            <a:r>
              <a:rPr lang="pt-BR" dirty="0"/>
              <a:t> </a:t>
            </a:r>
            <a:r>
              <a:rPr lang="pt-BR" dirty="0" err="1"/>
              <a:t>Model</a:t>
            </a:r>
            <a:r>
              <a:rPr lang="pt-BR" dirty="0"/>
              <a:t> (LLM) e a validação de saída.</a:t>
            </a:r>
          </a:p>
          <a:p>
            <a:r>
              <a:rPr lang="pt-BR" dirty="0"/>
              <a:t>O fluxo de operação é dividido em três fases principais: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99147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81257"/>
            <a:ext cx="7429499" cy="1478570"/>
          </a:xfrm>
        </p:spPr>
        <p:txBody>
          <a:bodyPr/>
          <a:lstStyle/>
          <a:p>
            <a:pPr algn="ctr"/>
            <a:r>
              <a:rPr dirty="0" err="1"/>
              <a:t>Arquitetura</a:t>
            </a:r>
            <a:r>
              <a:rPr dirty="0"/>
              <a:t> da </a:t>
            </a:r>
            <a:r>
              <a:rPr dirty="0" err="1"/>
              <a:t>Solução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59" y="1959827"/>
            <a:ext cx="7429499" cy="4117416"/>
          </a:xfrm>
        </p:spPr>
        <p:txBody>
          <a:bodyPr>
            <a:normAutofit fontScale="92500"/>
          </a:bodyPr>
          <a:lstStyle/>
          <a:p>
            <a:r>
              <a:rPr dirty="0"/>
              <a:t>1. Entrada e </a:t>
            </a:r>
            <a:r>
              <a:rPr dirty="0" err="1"/>
              <a:t>Pré-processamento</a:t>
            </a:r>
            <a:r>
              <a:rPr lang="pt-BR" dirty="0"/>
              <a:t>: O código em Python recebe o arquivo (.</a:t>
            </a:r>
            <a:r>
              <a:rPr lang="pt-BR" dirty="0" err="1"/>
              <a:t>xml</a:t>
            </a:r>
            <a:r>
              <a:rPr lang="pt-BR" dirty="0"/>
              <a:t> ou .zip), decodifica o conteúdo e, em caso de ZIP, itera sobre cada arquivo fiscal.</a:t>
            </a:r>
          </a:p>
          <a:p>
            <a:r>
              <a:rPr dirty="0"/>
              <a:t>2. Motor de </a:t>
            </a:r>
            <a:r>
              <a:rPr dirty="0" err="1"/>
              <a:t>Extração</a:t>
            </a:r>
            <a:r>
              <a:rPr dirty="0"/>
              <a:t> (Gemini 2.5 Flash)</a:t>
            </a:r>
            <a:r>
              <a:rPr lang="pt-BR" dirty="0"/>
              <a:t>: O modelo </a:t>
            </a:r>
            <a:r>
              <a:rPr lang="pt-BR" b="1" dirty="0"/>
              <a:t>Gemini 2.5 Flash</a:t>
            </a:r>
            <a:r>
              <a:rPr lang="pt-BR" dirty="0"/>
              <a:t> é acionado como um agente especializado em dados fiscais.</a:t>
            </a:r>
            <a:endParaRPr dirty="0"/>
          </a:p>
          <a:p>
            <a:r>
              <a:rPr dirty="0"/>
              <a:t>3. </a:t>
            </a:r>
            <a:r>
              <a:rPr dirty="0" err="1"/>
              <a:t>Validação</a:t>
            </a:r>
            <a:r>
              <a:rPr dirty="0"/>
              <a:t> e </a:t>
            </a:r>
            <a:r>
              <a:rPr dirty="0" err="1"/>
              <a:t>Saída</a:t>
            </a:r>
            <a:r>
              <a:rPr dirty="0"/>
              <a:t> (</a:t>
            </a:r>
            <a:r>
              <a:rPr dirty="0" err="1"/>
              <a:t>Pydantic</a:t>
            </a:r>
            <a:r>
              <a:rPr dirty="0"/>
              <a:t>)</a:t>
            </a:r>
            <a:r>
              <a:rPr lang="pt-BR" dirty="0"/>
              <a:t>: O </a:t>
            </a:r>
            <a:r>
              <a:rPr lang="pt-BR" b="1" dirty="0" err="1"/>
              <a:t>PydanticOutputParser</a:t>
            </a:r>
            <a:r>
              <a:rPr lang="pt-BR" dirty="0"/>
              <a:t> impõe que o resultado da extração seja um objeto JSON válido, aderente ao esquema fiscal definido.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dirty="0" err="1"/>
              <a:t>Modelagem</a:t>
            </a:r>
            <a:r>
              <a:rPr dirty="0"/>
              <a:t> dos Dados(</a:t>
            </a:r>
            <a:r>
              <a:rPr dirty="0" err="1"/>
              <a:t>Pydantic</a:t>
            </a:r>
            <a:r>
              <a:rPr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dirty="0" err="1"/>
              <a:t>NotaFiscalEstruturada</a:t>
            </a:r>
            <a:r>
              <a:rPr dirty="0"/>
              <a:t>:</a:t>
            </a:r>
          </a:p>
          <a:p>
            <a:r>
              <a:rPr dirty="0" err="1"/>
              <a:t>numero_nota</a:t>
            </a:r>
            <a:r>
              <a:rPr dirty="0"/>
              <a:t> (string)</a:t>
            </a:r>
          </a:p>
          <a:p>
            <a:r>
              <a:rPr dirty="0" err="1"/>
              <a:t>cnpj_emitente</a:t>
            </a:r>
            <a:r>
              <a:rPr dirty="0"/>
              <a:t> (string)</a:t>
            </a:r>
          </a:p>
          <a:p>
            <a:r>
              <a:rPr dirty="0" err="1"/>
              <a:t>valor_total_nota</a:t>
            </a:r>
            <a:r>
              <a:rPr dirty="0"/>
              <a:t> (float)</a:t>
            </a:r>
          </a:p>
          <a:p>
            <a:r>
              <a:rPr dirty="0" err="1"/>
              <a:t>itens</a:t>
            </a:r>
            <a:r>
              <a:rPr dirty="0"/>
              <a:t> (list[</a:t>
            </a:r>
            <a:r>
              <a:rPr dirty="0" err="1"/>
              <a:t>ItemFiscal</a:t>
            </a:r>
            <a:r>
              <a:rPr dirty="0"/>
              <a:t>])</a:t>
            </a:r>
          </a:p>
          <a:p>
            <a:endParaRPr dirty="0"/>
          </a:p>
          <a:p>
            <a:pPr marL="0" indent="0">
              <a:buNone/>
            </a:pPr>
            <a:r>
              <a:rPr dirty="0" err="1"/>
              <a:t>ItemFiscal</a:t>
            </a:r>
            <a:r>
              <a:rPr dirty="0"/>
              <a:t>:</a:t>
            </a:r>
          </a:p>
          <a:p>
            <a:r>
              <a:rPr dirty="0" err="1"/>
              <a:t>descricao</a:t>
            </a:r>
            <a:r>
              <a:rPr dirty="0"/>
              <a:t> (string)</a:t>
            </a:r>
          </a:p>
          <a:p>
            <a:r>
              <a:rPr dirty="0" err="1"/>
              <a:t>quantidade</a:t>
            </a:r>
            <a:r>
              <a:rPr dirty="0"/>
              <a:t> (float)</a:t>
            </a:r>
          </a:p>
          <a:p>
            <a:r>
              <a:rPr dirty="0"/>
              <a:t> </a:t>
            </a:r>
            <a:r>
              <a:rPr dirty="0" err="1"/>
              <a:t>cfop</a:t>
            </a:r>
            <a:r>
              <a:rPr dirty="0"/>
              <a:t> (string)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/>
              <a:t>Funcionalidades</a:t>
            </a:r>
            <a:r>
              <a:rPr dirty="0"/>
              <a:t> </a:t>
            </a:r>
            <a:r>
              <a:rPr dirty="0" err="1"/>
              <a:t>Principais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processar_arquivo_uploaded</a:t>
            </a:r>
            <a:r>
              <a:rPr dirty="0"/>
              <a:t>(): Upload e </a:t>
            </a:r>
            <a:r>
              <a:rPr dirty="0" err="1"/>
              <a:t>decodificação</a:t>
            </a:r>
            <a:endParaRPr dirty="0"/>
          </a:p>
          <a:p>
            <a:r>
              <a:rPr dirty="0" err="1"/>
              <a:t>extrair_dados_documento</a:t>
            </a:r>
            <a:r>
              <a:rPr dirty="0"/>
              <a:t>(): </a:t>
            </a:r>
            <a:r>
              <a:rPr dirty="0" err="1"/>
              <a:t>Invocação</a:t>
            </a:r>
            <a:r>
              <a:rPr dirty="0"/>
              <a:t> do LLM + </a:t>
            </a:r>
            <a:r>
              <a:rPr dirty="0" err="1"/>
              <a:t>validação</a:t>
            </a:r>
            <a:r>
              <a:rPr lang="pt-BR" dirty="0"/>
              <a:t>, garante a acurácia dos dados</a:t>
            </a:r>
            <a:endParaRPr dirty="0"/>
          </a:p>
          <a:p>
            <a:r>
              <a:rPr dirty="0" err="1"/>
              <a:t>Autenticação</a:t>
            </a:r>
            <a:r>
              <a:rPr dirty="0"/>
              <a:t>: GEMINI_API_KEY via </a:t>
            </a:r>
            <a:r>
              <a:rPr dirty="0" err="1"/>
              <a:t>ambiente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/>
              <a:t>Operação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Execução via Google Colab.</a:t>
            </a:r>
          </a:p>
          <a:p>
            <a:r>
              <a:t>Interação com widget files.upload().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/>
              <a:t>Resultados</a:t>
            </a:r>
            <a:r>
              <a:rPr dirty="0"/>
              <a:t> da </a:t>
            </a:r>
            <a:r>
              <a:rPr dirty="0" err="1"/>
              <a:t>Prova</a:t>
            </a:r>
            <a:r>
              <a:rPr dirty="0"/>
              <a:t> de </a:t>
            </a:r>
            <a:r>
              <a:rPr dirty="0" err="1"/>
              <a:t>Conceito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Extração 100% correta validada via Pydantic.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/>
              <a:t>Resumo</a:t>
            </a:r>
            <a:r>
              <a:rPr dirty="0"/>
              <a:t> da </a:t>
            </a:r>
            <a:r>
              <a:rPr dirty="0" err="1"/>
              <a:t>Extração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/>
              <a:t>Exemplo:</a:t>
            </a:r>
          </a:p>
          <a:p>
            <a:r>
              <a:rPr dirty="0" err="1"/>
              <a:t>Arquivo</a:t>
            </a:r>
            <a:r>
              <a:rPr dirty="0"/>
              <a:t> Fonte: </a:t>
            </a:r>
            <a:r>
              <a:rPr lang="pt-BR" dirty="0"/>
              <a:t>(nome do arquivo)</a:t>
            </a:r>
            <a:endParaRPr dirty="0"/>
          </a:p>
          <a:p>
            <a:r>
              <a:rPr dirty="0"/>
              <a:t>NF Nº: 353057</a:t>
            </a:r>
            <a:endParaRPr lang="pt-BR" dirty="0"/>
          </a:p>
          <a:p>
            <a:r>
              <a:rPr lang="pt-BR" dirty="0"/>
              <a:t>Data de Emissão: 04/07/2025</a:t>
            </a:r>
            <a:endParaRPr dirty="0"/>
          </a:p>
          <a:p>
            <a:r>
              <a:rPr dirty="0"/>
              <a:t>CNPJ: 92718354000194</a:t>
            </a:r>
          </a:p>
          <a:p>
            <a:r>
              <a:rPr dirty="0"/>
              <a:t>Valor Total: R$ 29125.34</a:t>
            </a:r>
          </a:p>
          <a:p>
            <a:r>
              <a:rPr dirty="0" err="1"/>
              <a:t>Itens</a:t>
            </a:r>
            <a:r>
              <a:rPr dirty="0"/>
              <a:t> </a:t>
            </a:r>
            <a:r>
              <a:rPr dirty="0" err="1"/>
              <a:t>Extraídos</a:t>
            </a:r>
            <a:r>
              <a:rPr dirty="0"/>
              <a:t>: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 err="1"/>
              <a:t>Conclusão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PoC demonstra eficácia na automação da extração fiscal com Gemini + Pydantic + LangChain.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1820" y="165546"/>
            <a:ext cx="7429499" cy="928928"/>
          </a:xfrm>
        </p:spPr>
        <p:txBody>
          <a:bodyPr/>
          <a:lstStyle/>
          <a:p>
            <a:pPr algn="ctr"/>
            <a:r>
              <a:rPr dirty="0" err="1"/>
              <a:t>Referências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984738"/>
            <a:ext cx="7429499" cy="48064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/>
              <a:t>• </a:t>
            </a:r>
            <a:r>
              <a:rPr dirty="0"/>
              <a:t>Google Gemini API</a:t>
            </a:r>
          </a:p>
          <a:p>
            <a:pPr marL="0" indent="0">
              <a:buNone/>
            </a:pPr>
            <a:r>
              <a:rPr dirty="0"/>
              <a:t>•</a:t>
            </a:r>
            <a:r>
              <a:rPr lang="pt-BR" dirty="0"/>
              <a:t> </a:t>
            </a:r>
            <a:r>
              <a:rPr dirty="0" err="1"/>
              <a:t>LangChain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Pydantic</a:t>
            </a:r>
            <a:endParaRPr dirty="0"/>
          </a:p>
          <a:p>
            <a:pPr marL="0" indent="0">
              <a:buNone/>
            </a:pPr>
            <a:r>
              <a:rPr dirty="0"/>
              <a:t>• Google </a:t>
            </a:r>
            <a:r>
              <a:rPr dirty="0" err="1"/>
              <a:t>Colab</a:t>
            </a:r>
            <a:endParaRPr dirty="0"/>
          </a:p>
          <a:p>
            <a:pPr marL="0" indent="0">
              <a:buNone/>
            </a:pPr>
            <a:r>
              <a:rPr dirty="0"/>
              <a:t>• Python 3.12+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Arquivo</a:t>
            </a:r>
            <a:r>
              <a:rPr dirty="0"/>
              <a:t> </a:t>
            </a:r>
            <a:r>
              <a:rPr dirty="0" err="1"/>
              <a:t>NFe</a:t>
            </a:r>
            <a:r>
              <a:rPr dirty="0"/>
              <a:t> teste</a:t>
            </a:r>
            <a:r>
              <a:rPr lang="pt-BR" dirty="0"/>
              <a:t>.</a:t>
            </a:r>
            <a:r>
              <a:rPr dirty="0"/>
              <a:t> </a:t>
            </a:r>
            <a:r>
              <a:rPr lang="pt-BR" dirty="0"/>
              <a:t>Disponível em:</a:t>
            </a:r>
          </a:p>
          <a:p>
            <a:pPr marL="0" indent="0">
              <a:buNone/>
            </a:pPr>
            <a:r>
              <a:rPr lang="pt-BR" u="sng" dirty="0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https://drive.google.com/drive/folders/174QH2jpLJAlr74rkq54a48cMPLkN2CNG</a:t>
            </a:r>
            <a:endParaRPr lang="pt-BR" dirty="0">
              <a:solidFill>
                <a:schemeClr val="tx2"/>
              </a:solidFill>
            </a:endParaRPr>
          </a:p>
          <a:p>
            <a:r>
              <a:rPr lang="pt-BR" b="1" dirty="0"/>
              <a:t>5.2 REPOSITÓRIO DO PROJETO</a:t>
            </a:r>
            <a:endParaRPr lang="pt-BR" dirty="0"/>
          </a:p>
          <a:p>
            <a:r>
              <a:rPr lang="pt-BR" dirty="0"/>
              <a:t>Disponível em: </a:t>
            </a:r>
            <a:r>
              <a:rPr lang="pt-BR" u="sng" dirty="0">
                <a:hlinkClick r:id="rId3"/>
              </a:rPr>
              <a:t>https://github.com/monica-sabag/Projeto-Final-Artefatos</a:t>
            </a:r>
            <a:endParaRPr lang="pt-BR" dirty="0"/>
          </a:p>
          <a:p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225</TotalTime>
  <Words>522</Words>
  <Application>Microsoft Office PowerPoint</Application>
  <PresentationFormat>Apresentação na tela (4:3)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Tw Cen MT</vt:lpstr>
      <vt:lpstr>Circuito</vt:lpstr>
      <vt:lpstr>AGENTE DE EXTRAÇÃO E ESTRUTURAÇÃO DE DADOS FISCAIS</vt:lpstr>
      <vt:lpstr> Introdução</vt:lpstr>
      <vt:lpstr>Público-Alvo</vt:lpstr>
      <vt:lpstr>Justificativa e Valor Agregado</vt:lpstr>
      <vt:lpstr>ARQUITETURA DA SOLUÇÃO</vt:lpstr>
      <vt:lpstr>Arquitetura da Solução</vt:lpstr>
      <vt:lpstr>Modelagem dos Dados(Pydantic)</vt:lpstr>
      <vt:lpstr>Funcionalidades Principais</vt:lpstr>
      <vt:lpstr>Operação</vt:lpstr>
      <vt:lpstr>Resultados da Prova de Conceito</vt:lpstr>
      <vt:lpstr>Resumo da Extração</vt:lpstr>
      <vt:lpstr>Conclusão</vt:lpstr>
      <vt:lpstr>Referências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 DE EXTRAÇÃO E ESTRUTURAÇÃO DE DADOS FISCAIS</dc:title>
  <dc:subject/>
  <dc:creator>RH</dc:creator>
  <cp:keywords/>
  <dc:description>generated using python-pptx</dc:description>
  <cp:lastModifiedBy>Gisele Bueno Marciel</cp:lastModifiedBy>
  <cp:revision>21</cp:revision>
  <dcterms:created xsi:type="dcterms:W3CDTF">2013-01-27T09:14:16Z</dcterms:created>
  <dcterms:modified xsi:type="dcterms:W3CDTF">2025-11-24T19:14:03Z</dcterms:modified>
  <cp:category/>
</cp:coreProperties>
</file>